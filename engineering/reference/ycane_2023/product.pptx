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72"/>
  </p:normalViewPr>
  <p:slideViewPr>
    <p:cSldViewPr snapToGrid="0" snapToObjects="1">
      <p:cViewPr varScale="1">
        <p:scale>
          <a:sx n="76" d="100"/>
          <a:sy n="76" d="100"/>
        </p:scale>
        <p:origin x="2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49C04-EA45-564D-B5AF-F2F8FF766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13500C-2D51-6841-8759-7D2879759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44341E-8C54-BE4C-84DD-B1B5DE5E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2E6AB-1790-064C-91C4-0D900CF0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E95C6F-C7D7-7949-9859-3F59247D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438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EDFA6-ABC9-AF40-BC94-399811DD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1D3B4C-9377-2947-9299-266FE10B9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56F8C-A30A-2E4E-AF5D-706D8E06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5E608-F141-CA44-A83F-05063D2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08E19A-4D81-1948-A007-6EEE9C05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96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A41D7-09F0-0E45-9ED9-7B1123DE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E20979-069C-3C4F-B167-46EB29E65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69A39-AA52-2040-8C06-6598FC63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BCC9A-C8AB-0C41-8422-AD2C10F1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D72B3E-E27C-2941-8460-B73B219E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72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C0A1C-7F91-A048-85A6-66CF59A4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98EA5-566B-2540-BCB7-0D5EA4DEE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A3624F-79C8-A945-99BD-94FEF175E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D59B4C-78CA-D24C-BE47-0EDED162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4321E6-ACAF-F74B-96A2-541E2969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8E8729-EB43-B446-B4E8-DB57C21C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557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38C9A-341B-D241-9395-78D14CE5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C40205-7BAC-3E42-8764-FCC3052D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AA3657-C4B5-5B42-8394-D0579AAA7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5D32F4-4142-9544-95CF-E31598E76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C2E5FE-64DA-6F45-8CDC-4E134C0C2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D56532-56E0-3E4A-BA8D-F9250B52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F779BD-8515-ED4A-A437-D62C97F5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A8FB3B-68FB-744F-84F6-D9C186784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60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43C1B-FAAA-B243-AA18-94B622A5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E26F11-9764-EA4B-85F3-B46CC35BD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3972D8-65C8-9F4E-9CAA-119A9E28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FA9DDC-0334-624C-BF9D-D6366317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52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95FFA7-EDF8-CB48-93A0-7CE3DBE54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89ABD2-442F-774D-8DBF-7A6E755F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05477D-A3EE-614C-9783-CF7A15B4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936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AC638-C28D-0945-86BA-F42E3B23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F2437-36AE-AA43-9FBB-C7CF0F22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F59D1A-FADD-0F4C-B075-9CCEC1810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54CC4D-3AB5-4744-9591-65312C73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96FE30-4D62-A547-9630-DE3429F8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D900B-9407-8149-A43C-BCA660CD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018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0C4C8-B125-1544-8627-50EA614D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91F4A0-D199-034F-8B72-F4AB8F46E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E42EDD-47E5-8E4E-AC74-0085E8524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B055AC-0A7E-7145-847E-C0BCE048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7188DC-EC4C-0649-8CE7-25A5D74E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91FA4C-5543-3048-BA81-F1FD8F8A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9257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12E97-234D-9440-A5B6-05151370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2FBDFA-6FB3-3440-9F1E-300A2A3EA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FA5B19-9FBE-094A-97BA-1ED84B07E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D0064-9F2A-C44D-AEF6-A4AC839A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0BDA23-1323-A246-92E3-965B469D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913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2D4AC6-1D23-C443-826F-39B4D94C0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35DC7E-3BFF-DF44-8426-C4EE3E24B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C0200-25C0-1A47-8650-FB87AD62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66490-5DB5-664B-9E84-BBB953B5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76962-E89E-5D45-88FC-23F719CB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48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03DAB4-7451-D54B-A734-CB03B365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AEC7-2224-C94E-9ED4-37FD34A0D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5804B-064E-9442-A5BC-A41B5D8CE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8F45A-3506-EB4D-845D-3A6773943CF0}" type="datetimeFigureOut">
              <a:rPr kumimoji="1" lang="zh-CN" altLang="en-US" smtClean="0"/>
              <a:t>2023/4/9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1286DD-DEE0-7747-BAB8-9D59699C5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8EA3E5-1A55-0A4C-BE2D-3E517EA31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5507A-C13A-9E4B-9D95-4ADE420E3E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491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5BFCEAA0-4790-BB34-EFA2-BD0EDF249467}"/>
              </a:ext>
            </a:extLst>
          </p:cNvPr>
          <p:cNvSpPr txBox="1"/>
          <p:nvPr/>
        </p:nvSpPr>
        <p:spPr>
          <a:xfrm>
            <a:off x="1478445" y="1543868"/>
            <a:ext cx="9235109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900" dirty="0">
                <a:solidFill>
                  <a:schemeClr val="bg1">
                    <a:lumMod val="85000"/>
                  </a:schemeClr>
                </a:solidFill>
                <a:latin typeface="Phosphate Solid" panose="02000506050000020004" pitchFamily="2" charset="0"/>
                <a:cs typeface="Phosphate Solid" panose="02000506050000020004" pitchFamily="2" charset="0"/>
              </a:rPr>
              <a:t>YCane</a:t>
            </a:r>
            <a:endParaRPr kumimoji="1" lang="zh-CN" altLang="en-US" sz="23900" dirty="0">
              <a:solidFill>
                <a:schemeClr val="bg1">
                  <a:lumMod val="85000"/>
                </a:schemeClr>
              </a:solidFill>
              <a:latin typeface="Phosphate Solid" panose="02000506050000020004" pitchFamily="2" charset="0"/>
              <a:cs typeface="Phosphate Solid" panose="02000506050000020004" pitchFamily="2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8DFB2F-4C91-9C34-F6A8-2B3EDA5463F9}"/>
              </a:ext>
            </a:extLst>
          </p:cNvPr>
          <p:cNvSpPr txBox="1"/>
          <p:nvPr/>
        </p:nvSpPr>
        <p:spPr>
          <a:xfrm>
            <a:off x="6273922" y="5078650"/>
            <a:ext cx="111577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" altLang="zh-CN" sz="1600" dirty="0">
              <a:effectLst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altLang="zh-CN" dirty="0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Gain power through solar panel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Able to store power in battery for cloudy days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Provide Y</a:t>
            </a:r>
            <a:r>
              <a:rPr lang="en-US" altLang="zh-CN" dirty="0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Cane</a:t>
            </a: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 with unlimited power</a:t>
            </a:r>
            <a:endParaRPr lang="en-CN" altLang="zh-CN" dirty="0">
              <a:latin typeface="Aharoni" panose="02010803020104030203" pitchFamily="2" charset="-79"/>
              <a:ea typeface="PingFang SC Semibold" panose="020B0400000000000000" pitchFamily="34" charset="-122"/>
              <a:cs typeface="Aharoni" panose="02010803020104030203" pitchFamily="2" charset="-79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77E728-2D25-4EEC-5DD7-CA80B56592A9}"/>
              </a:ext>
            </a:extLst>
          </p:cNvPr>
          <p:cNvSpPr txBox="1"/>
          <p:nvPr/>
        </p:nvSpPr>
        <p:spPr>
          <a:xfrm>
            <a:off x="0" y="936447"/>
            <a:ext cx="110834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CN" altLang="zh-CN" sz="2000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Stereophonic feedback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CN" altLang="zh-CN" sz="2000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Bone conducting sound tracks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CN" altLang="zh-CN" sz="2000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Provide user with exact position of the obstacle</a:t>
            </a:r>
            <a:endParaRPr lang="en-CN" altLang="zh-CN" sz="2000" dirty="0">
              <a:latin typeface="Aharoni" panose="02010803020104030203" pitchFamily="2" charset="-79"/>
              <a:ea typeface="PingFang SC Semibold" panose="020B0400000000000000" pitchFamily="34" charset="-122"/>
              <a:cs typeface="Aharoni" panose="02010803020104030203" pitchFamily="2" charset="-79"/>
            </a:endParaRPr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2327F1A1-C4C4-6A74-3213-4E7B6A5DC3DE}"/>
              </a:ext>
            </a:extLst>
          </p:cNvPr>
          <p:cNvCxnSpPr/>
          <p:nvPr/>
        </p:nvCxnSpPr>
        <p:spPr>
          <a:xfrm>
            <a:off x="339213" y="862231"/>
            <a:ext cx="50955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9D222AC6-88A8-FA26-E4B7-BA9007F38D69}"/>
              </a:ext>
            </a:extLst>
          </p:cNvPr>
          <p:cNvCxnSpPr/>
          <p:nvPr/>
        </p:nvCxnSpPr>
        <p:spPr>
          <a:xfrm>
            <a:off x="6757219" y="5253722"/>
            <a:ext cx="50955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215C05-70B1-6551-EF67-154D203FB768}"/>
              </a:ext>
            </a:extLst>
          </p:cNvPr>
          <p:cNvSpPr txBox="1"/>
          <p:nvPr/>
        </p:nvSpPr>
        <p:spPr>
          <a:xfrm>
            <a:off x="6575858" y="490744"/>
            <a:ext cx="5343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" altLang="zh-CN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Ycane</a:t>
            </a:r>
            <a:r>
              <a:rPr lang="en" altLang="zh-CN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system is designed as a cheap but highly functional product to help the visually impaired with traveling social life.</a:t>
            </a:r>
            <a:endParaRPr lang="en" altLang="zh-CN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4BFA44C-ADFA-C241-B48B-EAF2FA07ACF1}"/>
              </a:ext>
            </a:extLst>
          </p:cNvPr>
          <p:cNvSpPr txBox="1"/>
          <p:nvPr/>
        </p:nvSpPr>
        <p:spPr>
          <a:xfrm>
            <a:off x="339213" y="5356994"/>
            <a:ext cx="10943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Internet of Things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Connecting products with YApp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Connecting products with Y</a:t>
            </a:r>
            <a:r>
              <a:rPr lang="en-US" altLang="zh-CN" dirty="0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c</a:t>
            </a: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are program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CN" altLang="zh-CN">
                <a:latin typeface="Aharoni" panose="02010803020104030203" pitchFamily="2" charset="-79"/>
                <a:ea typeface="PingFang SC Semibold" panose="020B0400000000000000" pitchFamily="34" charset="-122"/>
                <a:cs typeface="Aharoni" panose="02010803020104030203" pitchFamily="2" charset="-79"/>
              </a:rPr>
              <a:t>Bluetooth included</a:t>
            </a:r>
            <a:endParaRPr lang="en-CN" altLang="zh-CN" dirty="0">
              <a:latin typeface="Aharoni" panose="02010803020104030203" pitchFamily="2" charset="-79"/>
              <a:ea typeface="PingFang SC Semibold" panose="020B0400000000000000" pitchFamily="34" charset="-122"/>
              <a:cs typeface="Aharoni" panose="02010803020104030203" pitchFamily="2" charset="-79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22F06918-D02E-7973-C4B9-453FA180498F}"/>
              </a:ext>
            </a:extLst>
          </p:cNvPr>
          <p:cNvCxnSpPr>
            <a:cxnSpLocks/>
          </p:cNvCxnSpPr>
          <p:nvPr/>
        </p:nvCxnSpPr>
        <p:spPr>
          <a:xfrm>
            <a:off x="339213" y="5253722"/>
            <a:ext cx="38345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9464A9F-C81F-690C-89CE-59027A9E92B1}"/>
              </a:ext>
            </a:extLst>
          </p:cNvPr>
          <p:cNvSpPr txBox="1"/>
          <p:nvPr/>
        </p:nvSpPr>
        <p:spPr>
          <a:xfrm>
            <a:off x="204216" y="215900"/>
            <a:ext cx="6958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600" b="1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22">
                <a:extLst>
                  <a:ext uri="{FF2B5EF4-FFF2-40B4-BE49-F238E27FC236}">
                    <a16:creationId xmlns:a16="http://schemas.microsoft.com/office/drawing/2014/main" id="{2DF954C0-8CAA-3348-AB0F-F214882295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9748213"/>
                  </p:ext>
                </p:extLst>
              </p:nvPr>
            </p:nvGraphicFramePr>
            <p:xfrm>
              <a:off x="1714494" y="1211366"/>
              <a:ext cx="7732152" cy="417714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32152" cy="4177140"/>
                    </a:xfrm>
                    <a:prstGeom prst="rect">
                      <a:avLst/>
                    </a:prstGeom>
                  </am3d:spPr>
                  <am3d:camera>
                    <am3d:pos x="0" y="0" z="621820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84024" d="1000000"/>
                    <am3d:preTrans dx="-11663049" dy="2242811" dz="11130133"/>
                    <am3d:scale>
                      <am3d:sx n="1000000" d="1000000"/>
                      <am3d:sy n="1000000" d="1000000"/>
                      <am3d:sz n="1000000" d="1000000"/>
                    </am3d:scale>
                    <am3d:rot ax="1704827" ay="1893156" az="94842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62090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22">
                <a:extLst>
                  <a:ext uri="{FF2B5EF4-FFF2-40B4-BE49-F238E27FC236}">
                    <a16:creationId xmlns:a16="http://schemas.microsoft.com/office/drawing/2014/main" id="{2DF954C0-8CAA-3348-AB0F-F214882295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4494" y="1211366"/>
                <a:ext cx="7732152" cy="41771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78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</Words>
  <Application>Microsoft Macintosh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Aharoni</vt:lpstr>
      <vt:lpstr>Arial</vt:lpstr>
      <vt:lpstr>Helvetica Neue</vt:lpstr>
      <vt:lpstr>Phosphate Solid</vt:lpstr>
      <vt:lpstr>Tahoma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吴子峥</dc:creator>
  <cp:lastModifiedBy>吴子峥</cp:lastModifiedBy>
  <cp:revision>1</cp:revision>
  <dcterms:created xsi:type="dcterms:W3CDTF">2023-04-09T09:53:14Z</dcterms:created>
  <dcterms:modified xsi:type="dcterms:W3CDTF">2023-04-09T09:59:15Z</dcterms:modified>
</cp:coreProperties>
</file>